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80" d="100"/>
          <a:sy n="80" d="100"/>
        </p:scale>
        <p:origin x="136" y="-7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C43EE8-155A-3274-0C1E-F20B6F03303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1560AD29-A398-73E3-3E5C-AAA9AD77836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C6C4AF4D-21E3-EB46-3154-C3474A7E42F7}"/>
              </a:ext>
            </a:extLst>
          </p:cNvPr>
          <p:cNvSpPr>
            <a:spLocks noGrp="1"/>
          </p:cNvSpPr>
          <p:nvPr>
            <p:ph type="dt" sz="half" idx="10"/>
          </p:nvPr>
        </p:nvSpPr>
        <p:spPr/>
        <p:txBody>
          <a:bodyPr/>
          <a:lstStyle/>
          <a:p>
            <a:fld id="{BAB3BAB8-998F-450F-B5F3-8E5457966EC9}" type="datetimeFigureOut">
              <a:rPr lang="en-GB" smtClean="0"/>
              <a:t>28/07/2026</a:t>
            </a:fld>
            <a:endParaRPr lang="en-GB"/>
          </a:p>
        </p:txBody>
      </p:sp>
      <p:sp>
        <p:nvSpPr>
          <p:cNvPr id="5" name="Footer Placeholder 4">
            <a:extLst>
              <a:ext uri="{FF2B5EF4-FFF2-40B4-BE49-F238E27FC236}">
                <a16:creationId xmlns:a16="http://schemas.microsoft.com/office/drawing/2014/main" id="{683E3254-3FA9-46BE-AB4B-6A3181C692C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18BDEC8-55F5-B5C3-8CC6-411D95E1D2E1}"/>
              </a:ext>
            </a:extLst>
          </p:cNvPr>
          <p:cNvSpPr>
            <a:spLocks noGrp="1"/>
          </p:cNvSpPr>
          <p:nvPr>
            <p:ph type="sldNum" sz="quarter" idx="12"/>
          </p:nvPr>
        </p:nvSpPr>
        <p:spPr/>
        <p:txBody>
          <a:bodyPr/>
          <a:lstStyle/>
          <a:p>
            <a:fld id="{FF761784-E30C-4B4E-AEAB-8409E24DD0DE}" type="slidenum">
              <a:rPr lang="en-GB" smtClean="0"/>
              <a:t>‹#›</a:t>
            </a:fld>
            <a:endParaRPr lang="en-GB"/>
          </a:p>
        </p:txBody>
      </p:sp>
    </p:spTree>
    <p:extLst>
      <p:ext uri="{BB962C8B-B14F-4D97-AF65-F5344CB8AC3E}">
        <p14:creationId xmlns:p14="http://schemas.microsoft.com/office/powerpoint/2010/main" val="34773797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2A062F-F89B-283A-AB43-AC6B8223C6F5}"/>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E5212949-848A-3AAD-3694-F8F73731853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31E9AE7-5AE0-A1A8-E133-B75ADB055E4F}"/>
              </a:ext>
            </a:extLst>
          </p:cNvPr>
          <p:cNvSpPr>
            <a:spLocks noGrp="1"/>
          </p:cNvSpPr>
          <p:nvPr>
            <p:ph type="dt" sz="half" idx="10"/>
          </p:nvPr>
        </p:nvSpPr>
        <p:spPr/>
        <p:txBody>
          <a:bodyPr/>
          <a:lstStyle/>
          <a:p>
            <a:fld id="{BAB3BAB8-998F-450F-B5F3-8E5457966EC9}" type="datetimeFigureOut">
              <a:rPr lang="en-GB" smtClean="0"/>
              <a:t>28/07/2026</a:t>
            </a:fld>
            <a:endParaRPr lang="en-GB"/>
          </a:p>
        </p:txBody>
      </p:sp>
      <p:sp>
        <p:nvSpPr>
          <p:cNvPr id="5" name="Footer Placeholder 4">
            <a:extLst>
              <a:ext uri="{FF2B5EF4-FFF2-40B4-BE49-F238E27FC236}">
                <a16:creationId xmlns:a16="http://schemas.microsoft.com/office/drawing/2014/main" id="{BAE1303D-74D8-5C50-1749-C5A31BFA320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82FFF01-75BF-5FC2-16F6-9B130E5423AC}"/>
              </a:ext>
            </a:extLst>
          </p:cNvPr>
          <p:cNvSpPr>
            <a:spLocks noGrp="1"/>
          </p:cNvSpPr>
          <p:nvPr>
            <p:ph type="sldNum" sz="quarter" idx="12"/>
          </p:nvPr>
        </p:nvSpPr>
        <p:spPr/>
        <p:txBody>
          <a:bodyPr/>
          <a:lstStyle/>
          <a:p>
            <a:fld id="{FF761784-E30C-4B4E-AEAB-8409E24DD0DE}" type="slidenum">
              <a:rPr lang="en-GB" smtClean="0"/>
              <a:t>‹#›</a:t>
            </a:fld>
            <a:endParaRPr lang="en-GB"/>
          </a:p>
        </p:txBody>
      </p:sp>
    </p:spTree>
    <p:extLst>
      <p:ext uri="{BB962C8B-B14F-4D97-AF65-F5344CB8AC3E}">
        <p14:creationId xmlns:p14="http://schemas.microsoft.com/office/powerpoint/2010/main" val="28813660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3B34F-608B-6870-E827-57E47F0281E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B71EB8AD-F40F-953F-7959-C68FC588513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35E9944-259D-E795-0492-B51A23D612FF}"/>
              </a:ext>
            </a:extLst>
          </p:cNvPr>
          <p:cNvSpPr>
            <a:spLocks noGrp="1"/>
          </p:cNvSpPr>
          <p:nvPr>
            <p:ph type="dt" sz="half" idx="10"/>
          </p:nvPr>
        </p:nvSpPr>
        <p:spPr/>
        <p:txBody>
          <a:bodyPr/>
          <a:lstStyle/>
          <a:p>
            <a:fld id="{BAB3BAB8-998F-450F-B5F3-8E5457966EC9}" type="datetimeFigureOut">
              <a:rPr lang="en-GB" smtClean="0"/>
              <a:t>28/07/2026</a:t>
            </a:fld>
            <a:endParaRPr lang="en-GB"/>
          </a:p>
        </p:txBody>
      </p:sp>
      <p:sp>
        <p:nvSpPr>
          <p:cNvPr id="5" name="Footer Placeholder 4">
            <a:extLst>
              <a:ext uri="{FF2B5EF4-FFF2-40B4-BE49-F238E27FC236}">
                <a16:creationId xmlns:a16="http://schemas.microsoft.com/office/drawing/2014/main" id="{CE4E22E2-B4FE-B884-3BFC-F480F31C839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8412FDE-14C3-7E5E-2341-B2E827DCD5BF}"/>
              </a:ext>
            </a:extLst>
          </p:cNvPr>
          <p:cNvSpPr>
            <a:spLocks noGrp="1"/>
          </p:cNvSpPr>
          <p:nvPr>
            <p:ph type="sldNum" sz="quarter" idx="12"/>
          </p:nvPr>
        </p:nvSpPr>
        <p:spPr/>
        <p:txBody>
          <a:bodyPr/>
          <a:lstStyle/>
          <a:p>
            <a:fld id="{FF761784-E30C-4B4E-AEAB-8409E24DD0DE}" type="slidenum">
              <a:rPr lang="en-GB" smtClean="0"/>
              <a:t>‹#›</a:t>
            </a:fld>
            <a:endParaRPr lang="en-GB"/>
          </a:p>
        </p:txBody>
      </p:sp>
    </p:spTree>
    <p:extLst>
      <p:ext uri="{BB962C8B-B14F-4D97-AF65-F5344CB8AC3E}">
        <p14:creationId xmlns:p14="http://schemas.microsoft.com/office/powerpoint/2010/main" val="37333447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91850-F3A6-B18B-5DA6-0186E465BAA5}"/>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C1D0AAAF-3C63-371B-CCE8-9759244662C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15CE63B5-A9EC-5A33-75DD-6B57AE8B334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D737165C-F238-1D23-330E-EAB50918BE31}"/>
              </a:ext>
            </a:extLst>
          </p:cNvPr>
          <p:cNvSpPr>
            <a:spLocks noGrp="1"/>
          </p:cNvSpPr>
          <p:nvPr>
            <p:ph type="dt" sz="half" idx="10"/>
          </p:nvPr>
        </p:nvSpPr>
        <p:spPr/>
        <p:txBody>
          <a:bodyPr/>
          <a:lstStyle/>
          <a:p>
            <a:fld id="{BAB3BAB8-998F-450F-B5F3-8E5457966EC9}" type="datetimeFigureOut">
              <a:rPr lang="en-GB" smtClean="0"/>
              <a:t>28/07/2026</a:t>
            </a:fld>
            <a:endParaRPr lang="en-GB"/>
          </a:p>
        </p:txBody>
      </p:sp>
      <p:sp>
        <p:nvSpPr>
          <p:cNvPr id="6" name="Footer Placeholder 5">
            <a:extLst>
              <a:ext uri="{FF2B5EF4-FFF2-40B4-BE49-F238E27FC236}">
                <a16:creationId xmlns:a16="http://schemas.microsoft.com/office/drawing/2014/main" id="{5339B9CF-BF03-3AAB-97FA-AA130202F062}"/>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184A14FF-516E-0FD3-E6EC-6166475F1F59}"/>
              </a:ext>
            </a:extLst>
          </p:cNvPr>
          <p:cNvSpPr>
            <a:spLocks noGrp="1"/>
          </p:cNvSpPr>
          <p:nvPr>
            <p:ph type="sldNum" sz="quarter" idx="12"/>
          </p:nvPr>
        </p:nvSpPr>
        <p:spPr/>
        <p:txBody>
          <a:bodyPr/>
          <a:lstStyle/>
          <a:p>
            <a:fld id="{FF761784-E30C-4B4E-AEAB-8409E24DD0DE}" type="slidenum">
              <a:rPr lang="en-GB" smtClean="0"/>
              <a:t>‹#›</a:t>
            </a:fld>
            <a:endParaRPr lang="en-GB"/>
          </a:p>
        </p:txBody>
      </p:sp>
    </p:spTree>
    <p:extLst>
      <p:ext uri="{BB962C8B-B14F-4D97-AF65-F5344CB8AC3E}">
        <p14:creationId xmlns:p14="http://schemas.microsoft.com/office/powerpoint/2010/main" val="29931342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8B4D2-88AC-A028-7D6E-E2327E72A7FB}"/>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76B793A-6805-B09C-4A32-0D5BD1CFBCF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8AF7D90-CA13-362F-19E9-2922AE9DE7F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3ED00BB5-2C03-556B-4C63-390B1855FAA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4E4EEFF-1A2F-2B80-4E58-E9AD1E48DC3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1BA31500-88A2-772B-6F56-40ACEA72A776}"/>
              </a:ext>
            </a:extLst>
          </p:cNvPr>
          <p:cNvSpPr>
            <a:spLocks noGrp="1"/>
          </p:cNvSpPr>
          <p:nvPr>
            <p:ph type="dt" sz="half" idx="10"/>
          </p:nvPr>
        </p:nvSpPr>
        <p:spPr/>
        <p:txBody>
          <a:bodyPr/>
          <a:lstStyle/>
          <a:p>
            <a:fld id="{BAB3BAB8-998F-450F-B5F3-8E5457966EC9}" type="datetimeFigureOut">
              <a:rPr lang="en-GB" smtClean="0"/>
              <a:t>28/07/2026</a:t>
            </a:fld>
            <a:endParaRPr lang="en-GB"/>
          </a:p>
        </p:txBody>
      </p:sp>
      <p:sp>
        <p:nvSpPr>
          <p:cNvPr id="8" name="Footer Placeholder 7">
            <a:extLst>
              <a:ext uri="{FF2B5EF4-FFF2-40B4-BE49-F238E27FC236}">
                <a16:creationId xmlns:a16="http://schemas.microsoft.com/office/drawing/2014/main" id="{B897A3C3-5030-D708-8598-05AD258409E9}"/>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9B1A69EB-BFA1-2D6F-4D92-A2FD1B8B2BAD}"/>
              </a:ext>
            </a:extLst>
          </p:cNvPr>
          <p:cNvSpPr>
            <a:spLocks noGrp="1"/>
          </p:cNvSpPr>
          <p:nvPr>
            <p:ph type="sldNum" sz="quarter" idx="12"/>
          </p:nvPr>
        </p:nvSpPr>
        <p:spPr/>
        <p:txBody>
          <a:bodyPr/>
          <a:lstStyle/>
          <a:p>
            <a:fld id="{FF761784-E30C-4B4E-AEAB-8409E24DD0DE}" type="slidenum">
              <a:rPr lang="en-GB" smtClean="0"/>
              <a:t>‹#›</a:t>
            </a:fld>
            <a:endParaRPr lang="en-GB"/>
          </a:p>
        </p:txBody>
      </p:sp>
    </p:spTree>
    <p:extLst>
      <p:ext uri="{BB962C8B-B14F-4D97-AF65-F5344CB8AC3E}">
        <p14:creationId xmlns:p14="http://schemas.microsoft.com/office/powerpoint/2010/main" val="13287098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C23BD6-500C-21DA-66BE-11DDA7B05F06}"/>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A3A7EB55-9DCD-ED71-4D82-0F9BAC73B9C4}"/>
              </a:ext>
            </a:extLst>
          </p:cNvPr>
          <p:cNvSpPr>
            <a:spLocks noGrp="1"/>
          </p:cNvSpPr>
          <p:nvPr>
            <p:ph type="dt" sz="half" idx="10"/>
          </p:nvPr>
        </p:nvSpPr>
        <p:spPr/>
        <p:txBody>
          <a:bodyPr/>
          <a:lstStyle/>
          <a:p>
            <a:fld id="{BAB3BAB8-998F-450F-B5F3-8E5457966EC9}" type="datetimeFigureOut">
              <a:rPr lang="en-GB" smtClean="0"/>
              <a:t>28/07/2026</a:t>
            </a:fld>
            <a:endParaRPr lang="en-GB"/>
          </a:p>
        </p:txBody>
      </p:sp>
      <p:sp>
        <p:nvSpPr>
          <p:cNvPr id="4" name="Footer Placeholder 3">
            <a:extLst>
              <a:ext uri="{FF2B5EF4-FFF2-40B4-BE49-F238E27FC236}">
                <a16:creationId xmlns:a16="http://schemas.microsoft.com/office/drawing/2014/main" id="{1A78CBED-23D9-1514-02B9-93FF45D27A8E}"/>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FAD05300-E183-2CB9-F8C3-2DE211049D99}"/>
              </a:ext>
            </a:extLst>
          </p:cNvPr>
          <p:cNvSpPr>
            <a:spLocks noGrp="1"/>
          </p:cNvSpPr>
          <p:nvPr>
            <p:ph type="sldNum" sz="quarter" idx="12"/>
          </p:nvPr>
        </p:nvSpPr>
        <p:spPr/>
        <p:txBody>
          <a:bodyPr/>
          <a:lstStyle/>
          <a:p>
            <a:fld id="{FF761784-E30C-4B4E-AEAB-8409E24DD0DE}" type="slidenum">
              <a:rPr lang="en-GB" smtClean="0"/>
              <a:t>‹#›</a:t>
            </a:fld>
            <a:endParaRPr lang="en-GB"/>
          </a:p>
        </p:txBody>
      </p:sp>
    </p:spTree>
    <p:extLst>
      <p:ext uri="{BB962C8B-B14F-4D97-AF65-F5344CB8AC3E}">
        <p14:creationId xmlns:p14="http://schemas.microsoft.com/office/powerpoint/2010/main" val="41839477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4867AC9-0EF2-85A3-594D-B7E0A05EFE30}"/>
              </a:ext>
            </a:extLst>
          </p:cNvPr>
          <p:cNvSpPr>
            <a:spLocks noGrp="1"/>
          </p:cNvSpPr>
          <p:nvPr>
            <p:ph type="dt" sz="half" idx="10"/>
          </p:nvPr>
        </p:nvSpPr>
        <p:spPr/>
        <p:txBody>
          <a:bodyPr/>
          <a:lstStyle/>
          <a:p>
            <a:fld id="{BAB3BAB8-998F-450F-B5F3-8E5457966EC9}" type="datetimeFigureOut">
              <a:rPr lang="en-GB" smtClean="0"/>
              <a:t>28/07/2026</a:t>
            </a:fld>
            <a:endParaRPr lang="en-GB"/>
          </a:p>
        </p:txBody>
      </p:sp>
      <p:sp>
        <p:nvSpPr>
          <p:cNvPr id="3" name="Footer Placeholder 2">
            <a:extLst>
              <a:ext uri="{FF2B5EF4-FFF2-40B4-BE49-F238E27FC236}">
                <a16:creationId xmlns:a16="http://schemas.microsoft.com/office/drawing/2014/main" id="{8E02D98A-EE95-4FF3-240E-E7BD8097FA64}"/>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5142DA64-A612-F53F-35B9-89DEC33A99BA}"/>
              </a:ext>
            </a:extLst>
          </p:cNvPr>
          <p:cNvSpPr>
            <a:spLocks noGrp="1"/>
          </p:cNvSpPr>
          <p:nvPr>
            <p:ph type="sldNum" sz="quarter" idx="12"/>
          </p:nvPr>
        </p:nvSpPr>
        <p:spPr/>
        <p:txBody>
          <a:bodyPr/>
          <a:lstStyle/>
          <a:p>
            <a:fld id="{FF761784-E30C-4B4E-AEAB-8409E24DD0DE}" type="slidenum">
              <a:rPr lang="en-GB" smtClean="0"/>
              <a:t>‹#›</a:t>
            </a:fld>
            <a:endParaRPr lang="en-GB"/>
          </a:p>
        </p:txBody>
      </p:sp>
    </p:spTree>
    <p:extLst>
      <p:ext uri="{BB962C8B-B14F-4D97-AF65-F5344CB8AC3E}">
        <p14:creationId xmlns:p14="http://schemas.microsoft.com/office/powerpoint/2010/main" val="28990356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F69874-79BF-4477-03D8-CF82D9659D2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A6242832-BA73-C1EA-A5E4-15183B8F5A8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6CE4E504-7439-B8AA-7423-6F78DAE6D70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DD1E86D-628C-7310-6396-435497DEC84B}"/>
              </a:ext>
            </a:extLst>
          </p:cNvPr>
          <p:cNvSpPr>
            <a:spLocks noGrp="1"/>
          </p:cNvSpPr>
          <p:nvPr>
            <p:ph type="dt" sz="half" idx="10"/>
          </p:nvPr>
        </p:nvSpPr>
        <p:spPr/>
        <p:txBody>
          <a:bodyPr/>
          <a:lstStyle/>
          <a:p>
            <a:fld id="{BAB3BAB8-998F-450F-B5F3-8E5457966EC9}" type="datetimeFigureOut">
              <a:rPr lang="en-GB" smtClean="0"/>
              <a:t>28/07/2026</a:t>
            </a:fld>
            <a:endParaRPr lang="en-GB"/>
          </a:p>
        </p:txBody>
      </p:sp>
      <p:sp>
        <p:nvSpPr>
          <p:cNvPr id="6" name="Footer Placeholder 5">
            <a:extLst>
              <a:ext uri="{FF2B5EF4-FFF2-40B4-BE49-F238E27FC236}">
                <a16:creationId xmlns:a16="http://schemas.microsoft.com/office/drawing/2014/main" id="{C0D476EF-9D4F-667E-A1A9-FE01D130BCCC}"/>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2C9F89F3-4036-D73D-7656-3A3A35616485}"/>
              </a:ext>
            </a:extLst>
          </p:cNvPr>
          <p:cNvSpPr>
            <a:spLocks noGrp="1"/>
          </p:cNvSpPr>
          <p:nvPr>
            <p:ph type="sldNum" sz="quarter" idx="12"/>
          </p:nvPr>
        </p:nvSpPr>
        <p:spPr/>
        <p:txBody>
          <a:bodyPr/>
          <a:lstStyle/>
          <a:p>
            <a:fld id="{FF761784-E30C-4B4E-AEAB-8409E24DD0DE}" type="slidenum">
              <a:rPr lang="en-GB" smtClean="0"/>
              <a:t>‹#›</a:t>
            </a:fld>
            <a:endParaRPr lang="en-GB"/>
          </a:p>
        </p:txBody>
      </p:sp>
    </p:spTree>
    <p:extLst>
      <p:ext uri="{BB962C8B-B14F-4D97-AF65-F5344CB8AC3E}">
        <p14:creationId xmlns:p14="http://schemas.microsoft.com/office/powerpoint/2010/main" val="30695490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490EAD-0288-BE7B-1FA5-EEA7E07EA52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FFE0E88C-AA79-5BAE-E902-3F115F5F0F4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C789E184-23A9-6A53-79C1-97A2A800EA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A3BF6E6-1690-39D1-68EA-6F4CADA00140}"/>
              </a:ext>
            </a:extLst>
          </p:cNvPr>
          <p:cNvSpPr>
            <a:spLocks noGrp="1"/>
          </p:cNvSpPr>
          <p:nvPr>
            <p:ph type="dt" sz="half" idx="10"/>
          </p:nvPr>
        </p:nvSpPr>
        <p:spPr/>
        <p:txBody>
          <a:bodyPr/>
          <a:lstStyle/>
          <a:p>
            <a:fld id="{BAB3BAB8-998F-450F-B5F3-8E5457966EC9}" type="datetimeFigureOut">
              <a:rPr lang="en-GB" smtClean="0"/>
              <a:t>28/07/2026</a:t>
            </a:fld>
            <a:endParaRPr lang="en-GB"/>
          </a:p>
        </p:txBody>
      </p:sp>
      <p:sp>
        <p:nvSpPr>
          <p:cNvPr id="6" name="Footer Placeholder 5">
            <a:extLst>
              <a:ext uri="{FF2B5EF4-FFF2-40B4-BE49-F238E27FC236}">
                <a16:creationId xmlns:a16="http://schemas.microsoft.com/office/drawing/2014/main" id="{B2DFB163-F1E3-9E32-A99D-829112EEC9B7}"/>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DC89CDB-3995-210D-A528-AE08A6A6C542}"/>
              </a:ext>
            </a:extLst>
          </p:cNvPr>
          <p:cNvSpPr>
            <a:spLocks noGrp="1"/>
          </p:cNvSpPr>
          <p:nvPr>
            <p:ph type="sldNum" sz="quarter" idx="12"/>
          </p:nvPr>
        </p:nvSpPr>
        <p:spPr/>
        <p:txBody>
          <a:bodyPr/>
          <a:lstStyle/>
          <a:p>
            <a:fld id="{FF761784-E30C-4B4E-AEAB-8409E24DD0DE}" type="slidenum">
              <a:rPr lang="en-GB" smtClean="0"/>
              <a:t>‹#›</a:t>
            </a:fld>
            <a:endParaRPr lang="en-GB"/>
          </a:p>
        </p:txBody>
      </p:sp>
    </p:spTree>
    <p:extLst>
      <p:ext uri="{BB962C8B-B14F-4D97-AF65-F5344CB8AC3E}">
        <p14:creationId xmlns:p14="http://schemas.microsoft.com/office/powerpoint/2010/main" val="40691222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78BD1-C898-F9A0-15C1-9A2548A7C807}"/>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A46F488B-61CB-8B1D-FF80-B152D0CBEC7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B940573-3264-9029-B0B8-C149B671B71F}"/>
              </a:ext>
            </a:extLst>
          </p:cNvPr>
          <p:cNvSpPr>
            <a:spLocks noGrp="1"/>
          </p:cNvSpPr>
          <p:nvPr>
            <p:ph type="dt" sz="half" idx="10"/>
          </p:nvPr>
        </p:nvSpPr>
        <p:spPr/>
        <p:txBody>
          <a:bodyPr/>
          <a:lstStyle/>
          <a:p>
            <a:fld id="{BAB3BAB8-998F-450F-B5F3-8E5457966EC9}" type="datetimeFigureOut">
              <a:rPr lang="en-GB" smtClean="0"/>
              <a:t>28/07/2026</a:t>
            </a:fld>
            <a:endParaRPr lang="en-GB"/>
          </a:p>
        </p:txBody>
      </p:sp>
      <p:sp>
        <p:nvSpPr>
          <p:cNvPr id="5" name="Footer Placeholder 4">
            <a:extLst>
              <a:ext uri="{FF2B5EF4-FFF2-40B4-BE49-F238E27FC236}">
                <a16:creationId xmlns:a16="http://schemas.microsoft.com/office/drawing/2014/main" id="{E99B1BA0-A4E8-F8F0-8FBC-F50C45489E6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35EE836-83D4-AB07-27E9-FF4329202BDE}"/>
              </a:ext>
            </a:extLst>
          </p:cNvPr>
          <p:cNvSpPr>
            <a:spLocks noGrp="1"/>
          </p:cNvSpPr>
          <p:nvPr>
            <p:ph type="sldNum" sz="quarter" idx="12"/>
          </p:nvPr>
        </p:nvSpPr>
        <p:spPr/>
        <p:txBody>
          <a:bodyPr/>
          <a:lstStyle/>
          <a:p>
            <a:fld id="{FF761784-E30C-4B4E-AEAB-8409E24DD0DE}" type="slidenum">
              <a:rPr lang="en-GB" smtClean="0"/>
              <a:t>‹#›</a:t>
            </a:fld>
            <a:endParaRPr lang="en-GB"/>
          </a:p>
        </p:txBody>
      </p:sp>
    </p:spTree>
    <p:extLst>
      <p:ext uri="{BB962C8B-B14F-4D97-AF65-F5344CB8AC3E}">
        <p14:creationId xmlns:p14="http://schemas.microsoft.com/office/powerpoint/2010/main" val="9872859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C287973-1B1E-68C3-7F54-46112E7CF6F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02551E14-E81F-EB3B-5C01-26ECD07A08A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1407EF8-DD9F-1D7C-85A7-18050C0B548B}"/>
              </a:ext>
            </a:extLst>
          </p:cNvPr>
          <p:cNvSpPr>
            <a:spLocks noGrp="1"/>
          </p:cNvSpPr>
          <p:nvPr>
            <p:ph type="dt" sz="half" idx="10"/>
          </p:nvPr>
        </p:nvSpPr>
        <p:spPr/>
        <p:txBody>
          <a:bodyPr/>
          <a:lstStyle/>
          <a:p>
            <a:fld id="{BAB3BAB8-998F-450F-B5F3-8E5457966EC9}" type="datetimeFigureOut">
              <a:rPr lang="en-GB" smtClean="0"/>
              <a:t>28/07/2026</a:t>
            </a:fld>
            <a:endParaRPr lang="en-GB"/>
          </a:p>
        </p:txBody>
      </p:sp>
      <p:sp>
        <p:nvSpPr>
          <p:cNvPr id="5" name="Footer Placeholder 4">
            <a:extLst>
              <a:ext uri="{FF2B5EF4-FFF2-40B4-BE49-F238E27FC236}">
                <a16:creationId xmlns:a16="http://schemas.microsoft.com/office/drawing/2014/main" id="{763DCC2E-1468-9B90-200E-E6DD8FB8C58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2D58095-BC46-2412-9C4D-B65162F48964}"/>
              </a:ext>
            </a:extLst>
          </p:cNvPr>
          <p:cNvSpPr>
            <a:spLocks noGrp="1"/>
          </p:cNvSpPr>
          <p:nvPr>
            <p:ph type="sldNum" sz="quarter" idx="12"/>
          </p:nvPr>
        </p:nvSpPr>
        <p:spPr/>
        <p:txBody>
          <a:bodyPr/>
          <a:lstStyle/>
          <a:p>
            <a:fld id="{FF761784-E30C-4B4E-AEAB-8409E24DD0DE}" type="slidenum">
              <a:rPr lang="en-GB" smtClean="0"/>
              <a:t>‹#›</a:t>
            </a:fld>
            <a:endParaRPr lang="en-GB"/>
          </a:p>
        </p:txBody>
      </p:sp>
    </p:spTree>
    <p:extLst>
      <p:ext uri="{BB962C8B-B14F-4D97-AF65-F5344CB8AC3E}">
        <p14:creationId xmlns:p14="http://schemas.microsoft.com/office/powerpoint/2010/main" val="38819981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6F49974-A600-B2E1-FDF6-B49AB8D8A66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1B73FC4E-75BA-E598-5841-0248726417F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6B9DD0E-85A2-CD21-C426-617B8824392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AB3BAB8-998F-450F-B5F3-8E5457966EC9}" type="datetimeFigureOut">
              <a:rPr lang="en-GB" smtClean="0"/>
              <a:t>28/07/2026</a:t>
            </a:fld>
            <a:endParaRPr lang="en-GB"/>
          </a:p>
        </p:txBody>
      </p:sp>
      <p:sp>
        <p:nvSpPr>
          <p:cNvPr id="5" name="Footer Placeholder 4">
            <a:extLst>
              <a:ext uri="{FF2B5EF4-FFF2-40B4-BE49-F238E27FC236}">
                <a16:creationId xmlns:a16="http://schemas.microsoft.com/office/drawing/2014/main" id="{ADFC880A-15B9-4D99-685A-B0661E8EBB4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5788D0F8-0A96-F650-F19A-80E30033A26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F761784-E30C-4B4E-AEAB-8409E24DD0DE}" type="slidenum">
              <a:rPr lang="en-GB" smtClean="0"/>
              <a:t>‹#›</a:t>
            </a:fld>
            <a:endParaRPr lang="en-GB"/>
          </a:p>
        </p:txBody>
      </p:sp>
      <p:sp>
        <p:nvSpPr>
          <p:cNvPr id="8" name="TextBox 7">
            <a:extLst>
              <a:ext uri="{FF2B5EF4-FFF2-40B4-BE49-F238E27FC236}">
                <a16:creationId xmlns:a16="http://schemas.microsoft.com/office/drawing/2014/main" id="{E3B462EF-0520-4D2E-D9B9-238B2061A0F3}"/>
              </a:ext>
            </a:extLst>
          </p:cNvPr>
          <p:cNvSpPr txBox="1"/>
          <p:nvPr userDrawn="1">
            <p:extLst>
              <p:ext uri="{1162E1C5-73C7-4A58-AE30-91384D911F3F}">
                <p184:classification xmlns:p184="http://schemas.microsoft.com/office/powerpoint/2018/4/main" val="ftr"/>
              </p:ext>
            </p:extLst>
          </p:nvPr>
        </p:nvSpPr>
        <p:spPr>
          <a:xfrm>
            <a:off x="190500" y="6515100"/>
            <a:ext cx="1069975" cy="152400"/>
          </a:xfrm>
          <a:prstGeom prst="rect">
            <a:avLst/>
          </a:prstGeom>
        </p:spPr>
        <p:txBody>
          <a:bodyPr horzOverflow="overflow" lIns="0" tIns="0" rIns="0" bIns="0">
            <a:spAutoFit/>
          </a:bodyPr>
          <a:lstStyle/>
          <a:p>
            <a:pPr algn="l"/>
            <a:r>
              <a:rPr lang="en-GB" sz="1000">
                <a:solidFill>
                  <a:srgbClr val="000000">
                    <a:alpha val="50000"/>
                  </a:srgbClr>
                </a:solidFill>
                <a:latin typeface="Aptos" panose="020B0004020202020204" pitchFamily="34" charset="0"/>
              </a:rPr>
              <a:t>Sensitivity: Internal</a:t>
            </a:r>
          </a:p>
        </p:txBody>
      </p:sp>
    </p:spTree>
    <p:extLst>
      <p:ext uri="{BB962C8B-B14F-4D97-AF65-F5344CB8AC3E}">
        <p14:creationId xmlns:p14="http://schemas.microsoft.com/office/powerpoint/2010/main" val="7571743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45C9DC-83D3-3DAA-3AB3-62116FE0139B}"/>
              </a:ext>
            </a:extLst>
          </p:cNvPr>
          <p:cNvSpPr>
            <a:spLocks noGrp="1"/>
          </p:cNvSpPr>
          <p:nvPr>
            <p:ph type="ctrTitle"/>
          </p:nvPr>
        </p:nvSpPr>
        <p:spPr/>
        <p:txBody>
          <a:bodyPr/>
          <a:lstStyle/>
          <a:p>
            <a:r>
              <a:rPr lang="en-GB" b="1" dirty="0"/>
              <a:t>What You're Aiming For</a:t>
            </a:r>
            <a:br>
              <a:rPr lang="en-GB" b="1" dirty="0"/>
            </a:br>
            <a:endParaRPr lang="en-GB" dirty="0"/>
          </a:p>
        </p:txBody>
      </p:sp>
      <p:sp>
        <p:nvSpPr>
          <p:cNvPr id="3" name="Subtitle 2">
            <a:extLst>
              <a:ext uri="{FF2B5EF4-FFF2-40B4-BE49-F238E27FC236}">
                <a16:creationId xmlns:a16="http://schemas.microsoft.com/office/drawing/2014/main" id="{CDC2A0A6-6D17-3836-B56C-6642F648E8E8}"/>
              </a:ext>
            </a:extLst>
          </p:cNvPr>
          <p:cNvSpPr>
            <a:spLocks noGrp="1"/>
          </p:cNvSpPr>
          <p:nvPr>
            <p:ph type="subTitle" idx="1"/>
          </p:nvPr>
        </p:nvSpPr>
        <p:spPr>
          <a:xfrm>
            <a:off x="870857" y="3700010"/>
            <a:ext cx="9144000" cy="1655762"/>
          </a:xfrm>
        </p:spPr>
        <p:txBody>
          <a:bodyPr anchor="ctr"/>
          <a:lstStyle/>
          <a:p>
            <a:r>
              <a:rPr lang="en-GB" dirty="0"/>
              <a:t>ELIE YEO </a:t>
            </a:r>
          </a:p>
        </p:txBody>
      </p:sp>
    </p:spTree>
    <p:extLst>
      <p:ext uri="{BB962C8B-B14F-4D97-AF65-F5344CB8AC3E}">
        <p14:creationId xmlns:p14="http://schemas.microsoft.com/office/powerpoint/2010/main" val="34778291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CA69A6-D8B5-E0EF-7A59-557188274B54}"/>
              </a:ext>
            </a:extLst>
          </p:cNvPr>
          <p:cNvSpPr>
            <a:spLocks noGrp="1"/>
          </p:cNvSpPr>
          <p:nvPr>
            <p:ph type="ctrTitle"/>
          </p:nvPr>
        </p:nvSpPr>
        <p:spPr>
          <a:xfrm>
            <a:off x="1524000" y="991734"/>
            <a:ext cx="9144000" cy="608466"/>
          </a:xfrm>
        </p:spPr>
        <p:txBody>
          <a:bodyPr>
            <a:normAutofit fontScale="90000"/>
          </a:bodyPr>
          <a:lstStyle/>
          <a:p>
            <a:pPr lvl="0"/>
            <a:r>
              <a:rPr lang="en-GB" i="1" dirty="0"/>
              <a:t>How does the web work</a:t>
            </a:r>
            <a:r>
              <a:rPr lang="en-GB" dirty="0"/>
              <a:t>?</a:t>
            </a:r>
          </a:p>
        </p:txBody>
      </p:sp>
      <p:sp>
        <p:nvSpPr>
          <p:cNvPr id="3" name="Subtitle 2">
            <a:extLst>
              <a:ext uri="{FF2B5EF4-FFF2-40B4-BE49-F238E27FC236}">
                <a16:creationId xmlns:a16="http://schemas.microsoft.com/office/drawing/2014/main" id="{E711DE8C-72B5-FF36-960C-DD9217C90D33}"/>
              </a:ext>
            </a:extLst>
          </p:cNvPr>
          <p:cNvSpPr>
            <a:spLocks noGrp="1"/>
          </p:cNvSpPr>
          <p:nvPr>
            <p:ph type="subTitle" idx="1"/>
          </p:nvPr>
        </p:nvSpPr>
        <p:spPr>
          <a:xfrm>
            <a:off x="1232642" y="2078605"/>
            <a:ext cx="9144000" cy="2700790"/>
          </a:xfrm>
        </p:spPr>
        <p:txBody>
          <a:bodyPr>
            <a:noAutofit/>
          </a:bodyPr>
          <a:lstStyle/>
          <a:p>
            <a:r>
              <a:rPr lang="en-GB" sz="1800" dirty="0"/>
              <a:t>The World Wide Web (Web) is a system that allows users to access and exchange information over the Internet. It works through communication between a client (such as a web browser or mobile app) and a server that hosts websites and data.</a:t>
            </a:r>
          </a:p>
          <a:p>
            <a:r>
              <a:rPr lang="en-GB" sz="1800" dirty="0"/>
              <a:t> This communication uses the HTTP/HTTPS protocol, where the client sends requests and the server returns responses. Common HTTP request methods include GET (retrieve data), POST (create or send new data), PUT (update existing data), and DELETE (remove data).</a:t>
            </a:r>
          </a:p>
          <a:p>
            <a:r>
              <a:rPr lang="en-GB" sz="1800" dirty="0"/>
              <a:t> To facilitate these exchanges, many applications use an API (Application Programming Interface), which defines how clients and servers communicate and exchange data securely and efficiently. Together, clients, servers, HTTP methods, and APIs make it possible to browse websites, use online services, and interact with web applications.</a:t>
            </a:r>
          </a:p>
        </p:txBody>
      </p:sp>
    </p:spTree>
    <p:extLst>
      <p:ext uri="{BB962C8B-B14F-4D97-AF65-F5344CB8AC3E}">
        <p14:creationId xmlns:p14="http://schemas.microsoft.com/office/powerpoint/2010/main" val="8940868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6C425C-ED82-001D-056D-CDCB731D430D}"/>
              </a:ext>
            </a:extLst>
          </p:cNvPr>
          <p:cNvSpPr>
            <a:spLocks noGrp="1"/>
          </p:cNvSpPr>
          <p:nvPr>
            <p:ph type="title"/>
          </p:nvPr>
        </p:nvSpPr>
        <p:spPr/>
        <p:txBody>
          <a:bodyPr/>
          <a:lstStyle/>
          <a:p>
            <a:r>
              <a:rPr lang="en-GB" i="1" dirty="0"/>
              <a:t>What </a:t>
            </a:r>
            <a:r>
              <a:rPr lang="en-GB" dirty="0"/>
              <a:t>do you need</a:t>
            </a:r>
            <a:r>
              <a:rPr lang="en-GB" i="1" dirty="0"/>
              <a:t> to be a web developer?</a:t>
            </a:r>
            <a:br>
              <a:rPr lang="en-GB" dirty="0"/>
            </a:br>
            <a:endParaRPr lang="en-GB" dirty="0"/>
          </a:p>
        </p:txBody>
      </p:sp>
      <p:sp>
        <p:nvSpPr>
          <p:cNvPr id="3" name="Content Placeholder 2">
            <a:extLst>
              <a:ext uri="{FF2B5EF4-FFF2-40B4-BE49-F238E27FC236}">
                <a16:creationId xmlns:a16="http://schemas.microsoft.com/office/drawing/2014/main" id="{88A0635C-0E0F-0959-B262-C9F799B3E01D}"/>
              </a:ext>
            </a:extLst>
          </p:cNvPr>
          <p:cNvSpPr>
            <a:spLocks noGrp="1"/>
          </p:cNvSpPr>
          <p:nvPr>
            <p:ph idx="1"/>
          </p:nvPr>
        </p:nvSpPr>
        <p:spPr/>
        <p:txBody>
          <a:bodyPr/>
          <a:lstStyle/>
          <a:p>
            <a:r>
              <a:rPr lang="en-GB" dirty="0"/>
              <a:t>A computer and an Internet connection</a:t>
            </a:r>
          </a:p>
          <a:p>
            <a:r>
              <a:rPr lang="en-GB" dirty="0"/>
              <a:t>Knowledge of HTML for structure.</a:t>
            </a:r>
          </a:p>
          <a:p>
            <a:r>
              <a:rPr lang="en-GB" dirty="0"/>
              <a:t>Knowledge of CSS for design and styling</a:t>
            </a:r>
          </a:p>
          <a:p>
            <a:r>
              <a:rPr lang="en-GB" dirty="0"/>
              <a:t>Knowledge of JavaScript for </a:t>
            </a:r>
            <a:r>
              <a:rPr lang="en-GB" dirty="0" err="1"/>
              <a:t>interactivity.Familiarity</a:t>
            </a:r>
            <a:r>
              <a:rPr lang="en-GB" dirty="0"/>
              <a:t> with frameworks and tools such as React, Node.js, Git, and databases</a:t>
            </a:r>
          </a:p>
          <a:p>
            <a:r>
              <a:rPr lang="en-GB" dirty="0"/>
              <a:t>Problem-solving and continuous learning skills.</a:t>
            </a:r>
          </a:p>
        </p:txBody>
      </p:sp>
    </p:spTree>
    <p:extLst>
      <p:ext uri="{BB962C8B-B14F-4D97-AF65-F5344CB8AC3E}">
        <p14:creationId xmlns:p14="http://schemas.microsoft.com/office/powerpoint/2010/main" val="34694530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85E66-9BF2-B79B-0E40-8517751DF3BB}"/>
              </a:ext>
            </a:extLst>
          </p:cNvPr>
          <p:cNvSpPr>
            <a:spLocks noGrp="1"/>
          </p:cNvSpPr>
          <p:nvPr>
            <p:ph type="title"/>
          </p:nvPr>
        </p:nvSpPr>
        <p:spPr/>
        <p:txBody>
          <a:bodyPr/>
          <a:lstStyle/>
          <a:p>
            <a:r>
              <a:rPr lang="en-GB" dirty="0"/>
              <a:t>Why Did I Choose to Learn Web Development?</a:t>
            </a:r>
          </a:p>
        </p:txBody>
      </p:sp>
      <p:sp>
        <p:nvSpPr>
          <p:cNvPr id="3" name="Content Placeholder 2">
            <a:extLst>
              <a:ext uri="{FF2B5EF4-FFF2-40B4-BE49-F238E27FC236}">
                <a16:creationId xmlns:a16="http://schemas.microsoft.com/office/drawing/2014/main" id="{1AEF5CA9-1EAA-8C4A-77DB-3F1309307881}"/>
              </a:ext>
            </a:extLst>
          </p:cNvPr>
          <p:cNvSpPr>
            <a:spLocks noGrp="1"/>
          </p:cNvSpPr>
          <p:nvPr>
            <p:ph idx="1"/>
          </p:nvPr>
        </p:nvSpPr>
        <p:spPr>
          <a:xfrm>
            <a:off x="838200" y="2141537"/>
            <a:ext cx="10515600" cy="4351338"/>
          </a:xfrm>
        </p:spPr>
        <p:txBody>
          <a:bodyPr/>
          <a:lstStyle/>
          <a:p>
            <a:pPr marL="0" indent="0">
              <a:buNone/>
            </a:pPr>
            <a:r>
              <a:rPr lang="en-GB" dirty="0"/>
              <a:t>I chose to learn web development because I enjoy technology and solving problems. Web development allows me to create websites and applications that people can use every day. It is also a valuable skill with many career opportunities and gives me the ability to turn ideas into real digital solutions.</a:t>
            </a:r>
          </a:p>
        </p:txBody>
      </p:sp>
    </p:spTree>
    <p:extLst>
      <p:ext uri="{BB962C8B-B14F-4D97-AF65-F5344CB8AC3E}">
        <p14:creationId xmlns:p14="http://schemas.microsoft.com/office/powerpoint/2010/main" val="28886415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c24caf1-31f7-40c1-bde0-ca915f0156e3}" enabled="1" method="Standard" siteId="{088e9b00-ffd0-458e-bfa1-acf4c596d3cb}" contentBits="2" removed="0"/>
</clbl:labelList>
</file>

<file path=docProps/app.xml><?xml version="1.0" encoding="utf-8"?>
<Properties xmlns="http://schemas.openxmlformats.org/officeDocument/2006/extended-properties" xmlns:vt="http://schemas.openxmlformats.org/officeDocument/2006/docPropsVTypes">
  <TotalTime>0</TotalTime>
  <Words>291</Words>
  <Application>Microsoft Office PowerPoint</Application>
  <PresentationFormat>Widescreen</PresentationFormat>
  <Paragraphs>14</Paragraphs>
  <Slides>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Aptos</vt:lpstr>
      <vt:lpstr>Aptos Display</vt:lpstr>
      <vt:lpstr>Arial</vt:lpstr>
      <vt:lpstr>Office Theme</vt:lpstr>
      <vt:lpstr>What You're Aiming For </vt:lpstr>
      <vt:lpstr>How does the web work?</vt:lpstr>
      <vt:lpstr>What do you need to be a web developer? </vt:lpstr>
      <vt:lpstr>Why Did I Choose to Learn Web Development?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Elie Yeo (AGL)</dc:creator>
  <cp:lastModifiedBy>Elie Yeo (AGL)</cp:lastModifiedBy>
  <cp:revision>1</cp:revision>
  <dcterms:created xsi:type="dcterms:W3CDTF">2026-07-28T08:26:21Z</dcterms:created>
  <dcterms:modified xsi:type="dcterms:W3CDTF">2026-07-28T08:29:52Z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Locations">
    <vt:lpwstr>Office Theme:8</vt:lpwstr>
  </property>
  <property fmtid="{D5CDD505-2E9C-101B-9397-08002B2CF9AE}" pid="3" name="ClassificationContentMarkingFooterText">
    <vt:lpwstr>Sensitivity: Internal</vt:lpwstr>
  </property>
</Properties>
</file>